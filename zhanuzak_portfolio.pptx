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ЖОБА ТУРАЛЫ ОТЧЕТ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сайты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разработчик Zhanuzak-тың жеке портфолиосы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· Үш тілді · Толыққанды жауапты дизайн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182880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493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· 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429000"/>
            <a:ext cx="182880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3493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82880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493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жоба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429000"/>
            <a:ext cx="182880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493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қызмет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· ProfiSpace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ЖОБА ТУРАЛЫ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жасалды?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Zhanuzak Portfolio — бұл заманауи frontend разработчиктің жеке портфолио сайты. Сайт толықтай HTML, CSS және JavaScript арқылы жасалған, сыртқы фреймворктерсіз. Үш тілге (RU / EN / KZ) қолдау бар, толық жауапты (адаптивті) дизайн қамтамасыз етілген.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965960" cy="214884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51760"/>
            <a:ext cx="1965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навигация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844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Жабысқан сайдбар,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аватар, стат, байланыс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51760" y="2651760"/>
            <a:ext cx="1965960" cy="214884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2651760"/>
            <a:ext cx="1965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7432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51760" y="3200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Үш тіл (i18n)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5844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/ EN / KZ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 ауыстыру батырмасы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1965960" cy="214884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51760"/>
            <a:ext cx="1965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Адаптивті дизайн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5844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Мобильді, планшет,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десктоп форматтар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2651760"/>
            <a:ext cx="1965960" cy="214884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2651760"/>
            <a:ext cx="1965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27432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40880" y="3200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Таза JavaScript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5844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Фреймворксіз,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жылдам жүктелу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ТЕХНОЛОГИЯЛАР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Қандай технологиялар қолданылды?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1732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417320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361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🟧  HTML5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Семантикалық белгілеу, бөлімдер, формалар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06040" cy="141732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54864" cy="1417320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5361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 CSS3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01568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Flex/Grid, transitions, медиа-сұраулар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41732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54864" cy="141732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5361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🟨  JavaScript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36208" y="19385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аударма жүйесі, тіл ауыстыру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06040" cy="141732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821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Figma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" y="35844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макеттері мен прототиптер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06040" cy="141732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17520"/>
            <a:ext cx="54864" cy="1417320"/>
          </a:xfrm>
          <a:prstGeom prst="rect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1821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Git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01568" y="35844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Нұсқаларды басқару, GitHub репозиторий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АРХИТЕКТУРА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құрылымы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3383280"/>
          </a:xfrm>
          <a:prstGeom prst="rect">
            <a:avLst/>
          </a:prstGeom>
          <a:solidFill>
            <a:srgbClr val="0A112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Логотип (ProfiSpace SVG)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2219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Аватар + Аты + Роль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6609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Статистика (10+ жоба…)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30998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Навигация (6 бөлім)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5387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Тіл батырмалары (RU/EN/KZ)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3017520"/>
            <a:ext cx="4572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880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11880" y="1325880"/>
            <a:ext cx="5074920" cy="3383280"/>
          </a:xfrm>
          <a:prstGeom prst="rect">
            <a:avLst/>
          </a:prstGeom>
          <a:solidFill>
            <a:srgbClr val="0A112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13716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1783080"/>
            <a:ext cx="640080" cy="27432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79222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#about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407408" y="17922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— Тақырып, сипаттама, CV жүктеу, Telegram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03320" y="2203704"/>
            <a:ext cx="640080" cy="27432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2128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#services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07408" y="2212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3 қызмет карточкасы (баға + мерзім)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03320" y="2624328"/>
            <a:ext cx="640080" cy="27432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26334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#skills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407408" y="2633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HTML · CSS · JS · Figma · Git белгілері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03320" y="3044952"/>
            <a:ext cx="640080" cy="27432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0540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#projects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407408" y="3054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— 3 жоба (ProfiSpace, Cody Tech, Portfolio)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03320" y="3465576"/>
            <a:ext cx="640080" cy="27432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34747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#reviews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407408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— 3 клиент пікірі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03320" y="3886200"/>
            <a:ext cx="640080" cy="27432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89534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#contact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407408" y="38953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— Telegram байланыс блогы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ҚЫЗМЕТТЕР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ұсынылады?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42900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508760"/>
            <a:ext cx="658368" cy="658368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17904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немесе өнім үшін бір беттік сайт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22402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от 5 000 ₽ / $70 / 30 000 тг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3–5 күн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606040" cy="342900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371600"/>
            <a:ext cx="26060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1508760"/>
            <a:ext cx="658368" cy="65836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517904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22677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Сайт-визитка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2697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Бөлімдері мен байланысы бар көп беттік сайт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3383280"/>
            <a:ext cx="22402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474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от 9 000 ₽ / $120 / 50 000 тг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794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5–7 күн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371600"/>
            <a:ext cx="2606040" cy="342900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371600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1508760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517904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0" y="22677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Верстка по макету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2697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макеті бойынша дәл HTML/CSS верстка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383280"/>
            <a:ext cx="22402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474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от 3 000 ₽ / $50 / 20 000 тг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794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2–4 күн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ЖОБАЛАР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Портфолио жобалары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42900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429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813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ProfiSpace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tyler-delta.vercel.app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Фриланс платформа. Авторизация жүйесі, тапсырыс лентасы және чат функциялары бар толыққанды веб-қосымша.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161288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28216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28216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95144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95144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862072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2072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1371600"/>
            <a:ext cx="2606040" cy="342900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371600"/>
            <a:ext cx="54864" cy="3429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4813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Cody Tech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29000" y="1920240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192024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29000" y="2176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tylerr-rjkf.vercel.app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29000" y="248716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Бағдарламалауды үйренуге арналған сайт. Тәжірибелік тапсырмалар мен оқу мазмұны бар оқыту платформасы.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29000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995928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95928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62856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62856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129784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9784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26480" y="1371600"/>
            <a:ext cx="2606040" cy="3429000"/>
          </a:xfrm>
          <a:prstGeom prst="rect">
            <a:avLst/>
          </a:prstGeom>
          <a:solidFill>
            <a:srgbClr val="0A11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1371600"/>
            <a:ext cx="54864" cy="3429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14813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Portfolio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263640" y="2176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бұл сайт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63640" y="248716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Жеке портфолио сайт. 3 тілді қолдайды, жауапты дизайн, барлық бөлімдер бар.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830568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0568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397496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97496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964424" y="35478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64424" y="35478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I18N ЖҮЙЕСІ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 ауыстыру қалай жұмыс істейді?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45920" cy="1097280"/>
          </a:xfrm>
          <a:prstGeom prst="ellipse">
            <a:avLst/>
          </a:prstGeom>
          <a:solidFill>
            <a:srgbClr val="0A112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0817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Батырма басу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 / EN / KZ)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21408" y="1920240"/>
            <a:ext cx="4572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1783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645920" cy="1097280"/>
          </a:xfrm>
          <a:prstGeom prst="ellipse">
            <a:avLst/>
          </a:prstGeom>
          <a:solidFill>
            <a:srgbClr val="0A112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40817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1737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translations[lang]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объектісі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70248" y="1920240"/>
            <a:ext cx="4572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1783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645920" cy="1097280"/>
          </a:xfrm>
          <a:prstGeom prst="ellipse">
            <a:avLst/>
          </a:prstGeom>
          <a:solidFill>
            <a:srgbClr val="0A112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40817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1737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 атрибутын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іздеу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19088" y="1920240"/>
            <a:ext cx="4572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783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645920" cy="1097280"/>
          </a:xfrm>
          <a:prstGeom prst="ellipse">
            <a:avLst/>
          </a:prstGeom>
          <a:solidFill>
            <a:srgbClr val="0A112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40817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1737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мәтінін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жаңарту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8229600" cy="2057400"/>
          </a:xfrm>
          <a:prstGeom prst="rect">
            <a:avLst/>
          </a:prstGeom>
          <a:solidFill>
            <a:srgbClr val="050D1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28163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script.js — тіл ауыстыру функциясы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3090672"/>
            <a:ext cx="7863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setLang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(lang) {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 = translations[lang];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.getElementById('title')</a:t>
            </a:r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.innerHTML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d['title'];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.querySelectorAll('[data-t]')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.forEach(el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.textContent = d[el.getAttribute('data-t')]);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ҚОРЫТЫНДЫ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Жоба нәтижелері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002536"/>
            <a:ext cx="347472" cy="347472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02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Таза HTML/CSS/JS — фреймворкке тәуелсіз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60904"/>
            <a:ext cx="347472" cy="347472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60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6243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тілде толық аударма жүйесі іске асырылды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319272"/>
            <a:ext cx="347472" cy="347472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19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28269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Барлық экран өлшемдеріне жауапты дизайн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2002536"/>
            <a:ext cx="347472" cy="347472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002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59552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арқылы жарияланған 2 Live жоба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2660904"/>
            <a:ext cx="347472" cy="347472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660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59552" y="26243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тарту үшін дайын портфолио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4297680"/>
            <a:ext cx="402336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42976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t.me/zhanuzak  ·  Байланысқа шығыңыз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Report – Zhanuzak</dc:title>
  <dc:subject>PptxGenJS Presentation</dc:subject>
  <dc:creator>PptxGenJS</dc:creator>
  <cp:lastModifiedBy>PptxGenJS</cp:lastModifiedBy>
  <cp:revision>1</cp:revision>
  <dcterms:created xsi:type="dcterms:W3CDTF">2026-04-17T05:41:24Z</dcterms:created>
  <dcterms:modified xsi:type="dcterms:W3CDTF">2026-04-17T05:41:24Z</dcterms:modified>
</cp:coreProperties>
</file>